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и подошел к концу наш исследовательский проект. Я надеюсь, что вам было интересно узнать о видах делового общения и его особенностях. Спасибо вам большое за внимание! XXXXXXX. Если у вас есть какие-то вопросы, я с удовольствием на них отвечу.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2026-04-10T16:20:00Z</dcterms:created>
  <dcterms:modified xsi:type="dcterms:W3CDTF">2026-04-10T16:20:00Z</dcterms:modified>
</cp:coreProperties>
</file>